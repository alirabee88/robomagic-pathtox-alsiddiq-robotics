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9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33F6D7-80F6-4F50-8168-235493FD9575}">
  <a:tblStyle styleId="{1A33F6D7-80F6-4F50-8168-235493FD95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9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emen Abdelmonem" userId="a71f51c3d084e45f" providerId="LiveId" clId="{E3F761B5-04F2-494A-8F1E-AF17B51A490F}"/>
    <pc:docChg chg="custSel addSld delSld modSld">
      <pc:chgData name="Moemen Abdelmonem" userId="a71f51c3d084e45f" providerId="LiveId" clId="{E3F761B5-04F2-494A-8F1E-AF17B51A490F}" dt="2026-03-04T06:48:13.014" v="67" actId="700"/>
      <pc:docMkLst>
        <pc:docMk/>
      </pc:docMkLst>
      <pc:sldChg chg="modSp mod">
        <pc:chgData name="Moemen Abdelmonem" userId="a71f51c3d084e45f" providerId="LiveId" clId="{E3F761B5-04F2-494A-8F1E-AF17B51A490F}" dt="2026-03-04T06:44:52.229" v="1" actId="1076"/>
        <pc:sldMkLst>
          <pc:docMk/>
          <pc:sldMk cId="0" sldId="259"/>
        </pc:sldMkLst>
        <pc:picChg chg="mod">
          <ac:chgData name="Moemen Abdelmonem" userId="a71f51c3d084e45f" providerId="LiveId" clId="{E3F761B5-04F2-494A-8F1E-AF17B51A490F}" dt="2026-03-04T06:44:52.229" v="1" actId="1076"/>
          <ac:picMkLst>
            <pc:docMk/>
            <pc:sldMk cId="0" sldId="259"/>
            <ac:picMk id="152" creationId="{00000000-0000-0000-0000-000000000000}"/>
          </ac:picMkLst>
        </pc:picChg>
      </pc:sldChg>
      <pc:sldChg chg="modSp mod">
        <pc:chgData name="Moemen Abdelmonem" userId="a71f51c3d084e45f" providerId="LiveId" clId="{E3F761B5-04F2-494A-8F1E-AF17B51A490F}" dt="2026-03-04T06:45:42.228" v="3" actId="1076"/>
        <pc:sldMkLst>
          <pc:docMk/>
          <pc:sldMk cId="0" sldId="262"/>
        </pc:sldMkLst>
        <pc:picChg chg="mod">
          <ac:chgData name="Moemen Abdelmonem" userId="a71f51c3d084e45f" providerId="LiveId" clId="{E3F761B5-04F2-494A-8F1E-AF17B51A490F}" dt="2026-03-04T06:45:34.886" v="2" actId="14100"/>
          <ac:picMkLst>
            <pc:docMk/>
            <pc:sldMk cId="0" sldId="262"/>
            <ac:picMk id="208" creationId="{00000000-0000-0000-0000-000000000000}"/>
          </ac:picMkLst>
        </pc:picChg>
        <pc:picChg chg="mod">
          <ac:chgData name="Moemen Abdelmonem" userId="a71f51c3d084e45f" providerId="LiveId" clId="{E3F761B5-04F2-494A-8F1E-AF17B51A490F}" dt="2026-03-04T06:45:42.228" v="3" actId="1076"/>
          <ac:picMkLst>
            <pc:docMk/>
            <pc:sldMk cId="0" sldId="262"/>
            <ac:picMk id="209" creationId="{00000000-0000-0000-0000-000000000000}"/>
          </ac:picMkLst>
        </pc:picChg>
      </pc:sldChg>
      <pc:sldChg chg="modSp mod">
        <pc:chgData name="Moemen Abdelmonem" userId="a71f51c3d084e45f" providerId="LiveId" clId="{E3F761B5-04F2-494A-8F1E-AF17B51A490F}" dt="2026-03-04T06:47:20.756" v="58" actId="20577"/>
        <pc:sldMkLst>
          <pc:docMk/>
          <pc:sldMk cId="0" sldId="264"/>
        </pc:sldMkLst>
        <pc:spChg chg="mod">
          <ac:chgData name="Moemen Abdelmonem" userId="a71f51c3d084e45f" providerId="LiveId" clId="{E3F761B5-04F2-494A-8F1E-AF17B51A490F}" dt="2026-03-04T06:47:20.756" v="58" actId="20577"/>
          <ac:spMkLst>
            <pc:docMk/>
            <pc:sldMk cId="0" sldId="264"/>
            <ac:spMk id="242" creationId="{00000000-0000-0000-0000-000000000000}"/>
          </ac:spMkLst>
        </pc:spChg>
      </pc:sldChg>
      <pc:sldChg chg="del">
        <pc:chgData name="Moemen Abdelmonem" userId="a71f51c3d084e45f" providerId="LiveId" clId="{E3F761B5-04F2-494A-8F1E-AF17B51A490F}" dt="2026-03-04T06:47:55.548" v="62" actId="2696"/>
        <pc:sldMkLst>
          <pc:docMk/>
          <pc:sldMk cId="0" sldId="266"/>
        </pc:sldMkLst>
      </pc:sldChg>
      <pc:sldChg chg="del">
        <pc:chgData name="Moemen Abdelmonem" userId="a71f51c3d084e45f" providerId="LiveId" clId="{E3F761B5-04F2-494A-8F1E-AF17B51A490F}" dt="2026-03-04T06:47:53.314" v="61" actId="2696"/>
        <pc:sldMkLst>
          <pc:docMk/>
          <pc:sldMk cId="0" sldId="267"/>
        </pc:sldMkLst>
      </pc:sldChg>
      <pc:sldChg chg="del">
        <pc:chgData name="Moemen Abdelmonem" userId="a71f51c3d084e45f" providerId="LiveId" clId="{E3F761B5-04F2-494A-8F1E-AF17B51A490F}" dt="2026-03-04T06:47:51.335" v="60" actId="2696"/>
        <pc:sldMkLst>
          <pc:docMk/>
          <pc:sldMk cId="0" sldId="268"/>
        </pc:sldMkLst>
      </pc:sldChg>
      <pc:sldChg chg="addSp delSp modSp new mod modClrScheme chgLayout">
        <pc:chgData name="Moemen Abdelmonem" userId="a71f51c3d084e45f" providerId="LiveId" clId="{E3F761B5-04F2-494A-8F1E-AF17B51A490F}" dt="2026-03-04T06:48:09.853" v="66" actId="700"/>
        <pc:sldMkLst>
          <pc:docMk/>
          <pc:sldMk cId="3227099789" sldId="270"/>
        </pc:sldMkLst>
        <pc:spChg chg="del mod ord">
          <ac:chgData name="Moemen Abdelmonem" userId="a71f51c3d084e45f" providerId="LiveId" clId="{E3F761B5-04F2-494A-8F1E-AF17B51A490F}" dt="2026-03-04T06:48:09.853" v="66" actId="700"/>
          <ac:spMkLst>
            <pc:docMk/>
            <pc:sldMk cId="3227099789" sldId="270"/>
            <ac:spMk id="2" creationId="{B3F055FE-96A0-A22E-57C4-726652535EBC}"/>
          </ac:spMkLst>
        </pc:spChg>
        <pc:spChg chg="del mod ord">
          <ac:chgData name="Moemen Abdelmonem" userId="a71f51c3d084e45f" providerId="LiveId" clId="{E3F761B5-04F2-494A-8F1E-AF17B51A490F}" dt="2026-03-04T06:48:09.853" v="66" actId="700"/>
          <ac:spMkLst>
            <pc:docMk/>
            <pc:sldMk cId="3227099789" sldId="270"/>
            <ac:spMk id="3" creationId="{67CE6D62-98D7-7573-82C0-37E892EA3578}"/>
          </ac:spMkLst>
        </pc:spChg>
        <pc:spChg chg="add mod ord">
          <ac:chgData name="Moemen Abdelmonem" userId="a71f51c3d084e45f" providerId="LiveId" clId="{E3F761B5-04F2-494A-8F1E-AF17B51A490F}" dt="2026-03-04T06:48:09.853" v="66" actId="700"/>
          <ac:spMkLst>
            <pc:docMk/>
            <pc:sldMk cId="3227099789" sldId="270"/>
            <ac:spMk id="4" creationId="{D8F67E86-6854-D2CB-21D4-C58338756B45}"/>
          </ac:spMkLst>
        </pc:spChg>
        <pc:spChg chg="add mod ord">
          <ac:chgData name="Moemen Abdelmonem" userId="a71f51c3d084e45f" providerId="LiveId" clId="{E3F761B5-04F2-494A-8F1E-AF17B51A490F}" dt="2026-03-04T06:48:09.853" v="66" actId="700"/>
          <ac:spMkLst>
            <pc:docMk/>
            <pc:sldMk cId="3227099789" sldId="270"/>
            <ac:spMk id="5" creationId="{213F7E7A-2B9B-42FF-16F4-1B226EC95543}"/>
          </ac:spMkLst>
        </pc:spChg>
      </pc:sldChg>
      <pc:sldChg chg="addSp delSp modSp new mod modClrScheme chgLayout">
        <pc:chgData name="Moemen Abdelmonem" userId="a71f51c3d084e45f" providerId="LiveId" clId="{E3F761B5-04F2-494A-8F1E-AF17B51A490F}" dt="2026-03-04T06:48:13.014" v="67" actId="700"/>
        <pc:sldMkLst>
          <pc:docMk/>
          <pc:sldMk cId="1816847900" sldId="271"/>
        </pc:sldMkLst>
        <pc:spChg chg="del mod ord">
          <ac:chgData name="Moemen Abdelmonem" userId="a71f51c3d084e45f" providerId="LiveId" clId="{E3F761B5-04F2-494A-8F1E-AF17B51A490F}" dt="2026-03-04T06:48:13.014" v="67" actId="700"/>
          <ac:spMkLst>
            <pc:docMk/>
            <pc:sldMk cId="1816847900" sldId="271"/>
            <ac:spMk id="2" creationId="{9B0ED354-E98C-EC9C-CC86-015FDF40604B}"/>
          </ac:spMkLst>
        </pc:spChg>
        <pc:spChg chg="del mod ord">
          <ac:chgData name="Moemen Abdelmonem" userId="a71f51c3d084e45f" providerId="LiveId" clId="{E3F761B5-04F2-494A-8F1E-AF17B51A490F}" dt="2026-03-04T06:48:13.014" v="67" actId="700"/>
          <ac:spMkLst>
            <pc:docMk/>
            <pc:sldMk cId="1816847900" sldId="271"/>
            <ac:spMk id="3" creationId="{4535DE67-5AA0-448A-ACB1-CCAA066D63E5}"/>
          </ac:spMkLst>
        </pc:spChg>
        <pc:spChg chg="add mod ord">
          <ac:chgData name="Moemen Abdelmonem" userId="a71f51c3d084e45f" providerId="LiveId" clId="{E3F761B5-04F2-494A-8F1E-AF17B51A490F}" dt="2026-03-04T06:48:13.014" v="67" actId="700"/>
          <ac:spMkLst>
            <pc:docMk/>
            <pc:sldMk cId="1816847900" sldId="271"/>
            <ac:spMk id="4" creationId="{71D8DA0A-79E6-D3D5-9E77-D7133BB70A8C}"/>
          </ac:spMkLst>
        </pc:spChg>
        <pc:spChg chg="add mod ord">
          <ac:chgData name="Moemen Abdelmonem" userId="a71f51c3d084e45f" providerId="LiveId" clId="{E3F761B5-04F2-494A-8F1E-AF17B51A490F}" dt="2026-03-04T06:48:13.014" v="67" actId="700"/>
          <ac:spMkLst>
            <pc:docMk/>
            <pc:sldMk cId="1816847900" sldId="271"/>
            <ac:spMk id="5" creationId="{917DA472-B637-550B-2C78-90B2E438C4D7}"/>
          </ac:spMkLst>
        </pc:spChg>
      </pc:sldChg>
      <pc:sldChg chg="addSp delSp modSp new mod modClrScheme chgLayout">
        <pc:chgData name="Moemen Abdelmonem" userId="a71f51c3d084e45f" providerId="LiveId" clId="{E3F761B5-04F2-494A-8F1E-AF17B51A490F}" dt="2026-03-04T06:48:04.946" v="65" actId="700"/>
        <pc:sldMkLst>
          <pc:docMk/>
          <pc:sldMk cId="1423406286" sldId="272"/>
        </pc:sldMkLst>
        <pc:spChg chg="del mod ord">
          <ac:chgData name="Moemen Abdelmonem" userId="a71f51c3d084e45f" providerId="LiveId" clId="{E3F761B5-04F2-494A-8F1E-AF17B51A490F}" dt="2026-03-04T06:48:04.946" v="65" actId="700"/>
          <ac:spMkLst>
            <pc:docMk/>
            <pc:sldMk cId="1423406286" sldId="272"/>
            <ac:spMk id="2" creationId="{B0772DEF-8718-3824-DE0E-7F96DFD217B2}"/>
          </ac:spMkLst>
        </pc:spChg>
        <pc:spChg chg="del mod ord">
          <ac:chgData name="Moemen Abdelmonem" userId="a71f51c3d084e45f" providerId="LiveId" clId="{E3F761B5-04F2-494A-8F1E-AF17B51A490F}" dt="2026-03-04T06:48:04.946" v="65" actId="700"/>
          <ac:spMkLst>
            <pc:docMk/>
            <pc:sldMk cId="1423406286" sldId="272"/>
            <ac:spMk id="3" creationId="{9D0DA595-7836-EDBC-E728-F5F804F76842}"/>
          </ac:spMkLst>
        </pc:spChg>
        <pc:spChg chg="add mod ord">
          <ac:chgData name="Moemen Abdelmonem" userId="a71f51c3d084e45f" providerId="LiveId" clId="{E3F761B5-04F2-494A-8F1E-AF17B51A490F}" dt="2026-03-04T06:48:04.946" v="65" actId="700"/>
          <ac:spMkLst>
            <pc:docMk/>
            <pc:sldMk cId="1423406286" sldId="272"/>
            <ac:spMk id="4" creationId="{2FE8F8F8-BFEC-8D8B-50F1-4B2E583CEA0B}"/>
          </ac:spMkLst>
        </pc:spChg>
        <pc:spChg chg="add mod ord">
          <ac:chgData name="Moemen Abdelmonem" userId="a71f51c3d084e45f" providerId="LiveId" clId="{E3F761B5-04F2-494A-8F1E-AF17B51A490F}" dt="2026-03-04T06:48:04.946" v="65" actId="700"/>
          <ac:spMkLst>
            <pc:docMk/>
            <pc:sldMk cId="1423406286" sldId="272"/>
            <ac:spMk id="5" creationId="{7F2E13C6-98F4-993A-FFBA-41559FE48B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565052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RoboMagic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426023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Mobile Manipulator Engineering Report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083248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ROBOTICS TEAM </a:t>
            </a:r>
            <a:r>
              <a:rPr lang="en-US" sz="1500" b="1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  <a:endParaRPr/>
          </a:p>
        </p:txBody>
      </p:sp>
      <p:pic>
        <p:nvPicPr>
          <p:cNvPr id="90" name="Google Shape;90;p13" title="RoboMagic Logo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1725" y="95250"/>
            <a:ext cx="3140275" cy="31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5112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805112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805112"/>
            <a:ext cx="349240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MULTI-DISCIPLINARY TEAM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94228" y="380523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Mechanical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4233862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Moemen Abdelmonem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Haneen Mohamed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572375" y="380523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Hardware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44925" y="4233862"/>
            <a:ext cx="29019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Mohamed Maghawry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Saeed Ayman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50679" y="380523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23225" y="4233862"/>
            <a:ext cx="2901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Roaa Yasser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Ali Rabia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1000" y="3148012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538" y="31480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7450" y="3148012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0" y="3557587"/>
            <a:ext cx="523875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PROJECT EXECUTIVE SUMMARY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31933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report details the </a:t>
            </a: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RoboMagic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architecture—a high-performance mobile manipulator designed for autonomous navigation and manual handling tasks.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132275" y="4381012"/>
            <a:ext cx="488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E5FF"/>
                </a:solidFill>
                <a:latin typeface="Poppins"/>
                <a:ea typeface="Poppins"/>
                <a:cs typeface="Poppins"/>
                <a:sym typeface="Poppins"/>
              </a:rPr>
              <a:t>Design Priority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70025" y="4976800"/>
            <a:ext cx="5005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platform prioritizes structural integrity and precise actuation, optimized for a total mass of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~4.7 kg</a:t>
            </a: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and</a:t>
            </a: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capable of traversing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20° inclines</a:t>
            </a: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34147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Rigid Chassis: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1mm Galvanized Steel Body.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04875" y="38909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Dual Control: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Bluetooth + Autonomous Modes.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04875" y="43672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High Torque: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Quad-DC Drivetrain ($8.8 \text{ kgf}\cdot\text{cm}$).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04875" y="51482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2-DOF Manipulation: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Servo-driven arm and gripper.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34147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38909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436721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5148262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id="131" name="Google Shape;131;p15" title="Screenshot 2026-03-03 163634.png"/>
          <p:cNvPicPr preferRelativeResize="0"/>
          <p:nvPr/>
        </p:nvPicPr>
        <p:blipFill rotWithShape="1">
          <a:blip r:embed="rId5">
            <a:alphaModFix/>
          </a:blip>
          <a:srcRect t="15959"/>
          <a:stretch/>
        </p:blipFill>
        <p:spPr>
          <a:xfrm>
            <a:off x="7881425" y="224600"/>
            <a:ext cx="3382400" cy="30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LOCOMOTION &amp; DRIVETRAIN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16573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High-Torque Performance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19335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robot utilizes a 4-Wheel Drive (4WD) tank configuration for maximum traction.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46482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"Skid-steering logic allows for zero-radius turning capacity."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904875" y="2724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Motors: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4x JGA25-370 DC Motors.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904875" y="32004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Rated Speed: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250 RPM.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04875" y="367665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Stall Torque: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8.8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kgf.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cm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04875" y="41529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Wheels: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65mm diameter coupled to shafts.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27241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32004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36766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571500" y="41529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id="152" name="Google Shape;152;p16" title="Screenshot 2026-03-03 1522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1" y="1590675"/>
            <a:ext cx="5238749" cy="4954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STRUCTURAL FRAMEWORK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165735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Industrial Grade Body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19335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chassis serves as a robust shield, protecting internal electronics from environmental factors.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04875" y="22383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Material: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1mm Galvanized Steel Sheet.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04875" y="271462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Fabrication: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Plasma cutting &amp; bending.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04875" y="31908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Safety: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Edges filleted to prevent wire chafing.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04875" y="366712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Rigidity: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High torsional stiffness.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2383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27146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31908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36671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id="171" name="Google Shape;171;p17" title="Screenshot 2026-03-03 15141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1650" y="2847975"/>
            <a:ext cx="6218850" cy="320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4150"/>
            <a:ext cx="52387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2-DOF MANIPULATOR DESIGN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16573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Base Rotation &amp; Grip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71500" y="193357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modular attachment providing 360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degree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sweep 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 parallel gripping capability.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1500" y="3895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Jaws are optimized with 3D-printed components (PLA/PETG) for weight savings at the end-effector.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62000" y="29146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Rotation: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MG996R High-Torque Servo.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62000" y="3219450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Gripper: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S3003 Standard Servo.</a:t>
            </a:r>
            <a:endParaRPr/>
          </a:p>
        </p:txBody>
      </p:sp>
      <p:pic>
        <p:nvPicPr>
          <p:cNvPr id="187" name="Google Shape;187;p18" title="Screenshot 2026-03-03 15151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0787" y="2208772"/>
            <a:ext cx="5500674" cy="398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HARDWARE: POWER MANAGEMENT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1304925" y="2940813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Energy Reservoir: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12V 6000mAh Battery Pack providing 72Wh. Allows 1.5–3 hours of continuous uptime.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304963" y="334327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Dual-Rail Architecture: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Segregated 12V rail for motor noise isolation and a regulated 5V rail for sensitive logic.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305013" y="3782625"/>
            <a:ext cx="1071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XL4005 Buck Converter: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Step-down regulation rated at 5A to handle MG996R stall spikes ($2.5\text{A}$) without browning out the ESP32.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276350" y="459127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Safety Integration: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10A inline fuse and common ground bus bars for signal integrity.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28670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33432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38195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46005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28860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33623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8385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4619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title="fe7e30bf-ae3f-4128-a45a-5969a00d796a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82116" y="-3"/>
            <a:ext cx="4109885" cy="2769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title="2a43ed93-c467-498d-8dc8-2152653e20b8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9311201" y="3977200"/>
            <a:ext cx="2073526" cy="368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71750"/>
            <a:ext cx="52387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HARDWARE: ESP32 CONTROL CENTER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25717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Computational Brain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28479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Utilizing the ESP32 (38-pin DIP) for high GPIO density and integrated wireless capabilities.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04875" y="36385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Actuation: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Dual L298N H-Bridge modules for skid-steer control.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904875" y="44196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Signals: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6 PWM channels (4 for DC motors, 2 for Servos).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04875" y="48958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Thermals: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Heat sinks thermally coupled to the steel chassis.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36385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571500" y="44196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571500" y="48958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id="227" name="Google Shape;227;p20" title="830694ae-58e5-4d8e-92ee-735819f684e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0037" y="2042299"/>
            <a:ext cx="6042174" cy="42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2712"/>
            <a:ext cx="34924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652712"/>
            <a:ext cx="3492549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652712"/>
            <a:ext cx="34924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SOFTWARE: DUAL OPERATING MODES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794228" y="365283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Autonomous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866775" y="4081462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Line following logic using 3x LM393 IR Sensors. Active-LOW path tracking.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4572375" y="3652837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Manual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4644925" y="4081462"/>
            <a:ext cx="29019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RC Car Bluetooth Application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Differential steering via Left RC Car Bluetooth App mapping.</a:t>
            </a:r>
            <a:endParaRPr dirty="0"/>
          </a:p>
        </p:txBody>
      </p:sp>
      <p:sp>
        <p:nvSpPr>
          <p:cNvPr id="243" name="Google Shape;243;p21"/>
          <p:cNvSpPr txBox="1"/>
          <p:nvPr/>
        </p:nvSpPr>
        <p:spPr>
          <a:xfrm>
            <a:off x="8350679" y="3652837"/>
            <a:ext cx="304694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Protection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423225" y="4081462"/>
            <a:ext cx="2901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Deadzone management and software-defined servo angle limits.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1000" y="2995612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0113" y="2995612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9838" y="2995612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24150"/>
            <a:ext cx="5238750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LINE FOLLOWING LOGIC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866775" y="3019425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Sensor States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866775" y="34480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Middle LOW: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Forward Drive.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66775" y="37528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Left LOW: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Veering Right correction.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866775" y="40576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Right LOW: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Veering Left correction.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866775" y="4362450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Two LOW: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Sharp turn/Spin correction.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6381750" y="2724150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Line-Lost Recovery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6381750" y="300037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When all sensors read </a:t>
            </a:r>
            <a:r>
              <a:rPr lang="en-US" sz="1500" b="1" i="0" u="none" strike="noStrike" cap="non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HIGH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the robot activates "Memory Logic."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715125" y="37909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Stores last known turn direction.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715125" y="42672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Initiates localized spin for a timed duration.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715125" y="47434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Auto-stop safety trigger if line is not re-acquired.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381750" y="37909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381750" y="42672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381750" y="47434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E5FF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F67E86-6854-D2CB-21D4-C5833875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F7E7A-2B9B-42FF-16F4-1B226EC95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4ECD7A-7D7B-958B-7FF7-8DAB1E838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19"/>
            <a:ext cx="12360876" cy="658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9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B2486A-66A3-5046-4736-47FC4E5A0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915" y="-21968"/>
            <a:ext cx="6850170" cy="690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847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71500" y="66675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INVESTMENT &amp; BILL OF MATERIALS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2" name="Google Shape;292;p26"/>
          <p:cNvGraphicFramePr/>
          <p:nvPr/>
        </p:nvGraphicFramePr>
        <p:xfrm>
          <a:off x="571500" y="2566987"/>
          <a:ext cx="11049000" cy="2905075"/>
        </p:xfrm>
        <a:graphic>
          <a:graphicData uri="http://schemas.openxmlformats.org/drawingml/2006/table">
            <a:tbl>
              <a:tblPr firstRow="1" bandRow="1">
                <a:noFill/>
                <a:tableStyleId>{1A33F6D7-80F6-4F50-8168-235493FD9575}</a:tableStyleId>
              </a:tblPr>
              <a:tblGrid>
                <a:gridCol w="516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Qty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Estimated Cost (LE)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DC Motors JGA25-370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Battery Pack 12V 6000mAh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Sheet Metal Body (1mm Steel)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ESP32 38-pin DIP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GRAND TOTAL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--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~4,800 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3" name="Google Shape;293;p26"/>
          <p:cNvSpPr/>
          <p:nvPr/>
        </p:nvSpPr>
        <p:spPr>
          <a:xfrm>
            <a:off x="571500" y="3552825"/>
            <a:ext cx="5168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5740151" y="3552825"/>
            <a:ext cx="1485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7225903" y="3552825"/>
            <a:ext cx="4394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71500" y="4029075"/>
            <a:ext cx="5168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740151" y="4029075"/>
            <a:ext cx="1485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7225903" y="4029075"/>
            <a:ext cx="4394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571500" y="4505325"/>
            <a:ext cx="5168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740151" y="4505325"/>
            <a:ext cx="1485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7225903" y="4505325"/>
            <a:ext cx="4394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71500" y="4981575"/>
            <a:ext cx="5168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5740151" y="4981575"/>
            <a:ext cx="1485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7225903" y="4981575"/>
            <a:ext cx="4394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71500" y="5457825"/>
            <a:ext cx="51686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740151" y="5457825"/>
            <a:ext cx="14857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7225903" y="5457825"/>
            <a:ext cx="43945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601</Words>
  <Application>Microsoft Office PowerPoint</Application>
  <PresentationFormat>Widescreen</PresentationFormat>
  <Paragraphs>109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Arial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Moemen Abdelmonem</cp:lastModifiedBy>
  <cp:revision>2</cp:revision>
  <dcterms:modified xsi:type="dcterms:W3CDTF">2026-03-06T12:21:49Z</dcterms:modified>
</cp:coreProperties>
</file>